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243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82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29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45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13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14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32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65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01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90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BAEF6-2F1D-4416-B932-561EA66BA22E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C5803-4B83-4178-8E46-0CA3878F00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05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70025"/>
          </a:xfrm>
        </p:spPr>
        <p:txBody>
          <a:bodyPr/>
          <a:lstStyle/>
          <a:p>
            <a:r>
              <a:rPr lang="ru-RU" dirty="0" smtClean="0"/>
              <a:t>Лабораторная работа </a:t>
            </a:r>
            <a:r>
              <a:rPr lang="en-US" dirty="0" smtClean="0"/>
              <a:t>Java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83768" y="4581128"/>
            <a:ext cx="6400800" cy="1752600"/>
          </a:xfrm>
        </p:spPr>
        <p:txBody>
          <a:bodyPr/>
          <a:lstStyle/>
          <a:p>
            <a:pPr algn="r"/>
            <a:r>
              <a:rPr lang="ru-RU" dirty="0" smtClean="0">
                <a:solidFill>
                  <a:schemeClr val="tx1"/>
                </a:solidFill>
              </a:rPr>
              <a:t>Выполнили: Дмитренко </a:t>
            </a:r>
            <a:r>
              <a:rPr lang="ru-RU" dirty="0">
                <a:solidFill>
                  <a:schemeClr val="tx1"/>
                </a:solidFill>
              </a:rPr>
              <a:t>Н</a:t>
            </a:r>
            <a:r>
              <a:rPr lang="ru-RU" dirty="0" smtClean="0">
                <a:solidFill>
                  <a:schemeClr val="tx1"/>
                </a:solidFill>
              </a:rPr>
              <a:t>. А.</a:t>
            </a:r>
          </a:p>
          <a:p>
            <a:pPr algn="r"/>
            <a:r>
              <a:rPr lang="ru-RU" smtClean="0">
                <a:solidFill>
                  <a:schemeClr val="tx1"/>
                </a:solidFill>
              </a:rPr>
              <a:t>Род</a:t>
            </a:r>
            <a:r>
              <a:rPr lang="ru-RU">
                <a:solidFill>
                  <a:schemeClr val="tx1"/>
                </a:solidFill>
              </a:rPr>
              <a:t>и</a:t>
            </a:r>
            <a:r>
              <a:rPr lang="ru-RU" smtClean="0">
                <a:solidFill>
                  <a:schemeClr val="tx1"/>
                </a:solidFill>
              </a:rPr>
              <a:t>онова </a:t>
            </a:r>
            <a:r>
              <a:rPr lang="ru-RU" dirty="0" smtClean="0">
                <a:solidFill>
                  <a:schemeClr val="tx1"/>
                </a:solidFill>
              </a:rPr>
              <a:t>Е. А.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29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dirty="0" smtClean="0"/>
              <a:t>Запускаем </a:t>
            </a:r>
            <a:r>
              <a:rPr lang="en-US" dirty="0" smtClean="0"/>
              <a:t>Eclipse.</a:t>
            </a:r>
            <a:r>
              <a:rPr lang="ru-RU" dirty="0" smtClean="0"/>
              <a:t> Вывод надписи в консоль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132856"/>
            <a:ext cx="5210175" cy="1724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88" y="4365104"/>
            <a:ext cx="4795108" cy="11943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382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Вывод слов в столбец.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0808"/>
            <a:ext cx="4229100" cy="2714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552164"/>
            <a:ext cx="1872208" cy="25442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96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b="1" dirty="0" smtClean="0"/>
              <a:t>Вывод возраста в одной строке.</a:t>
            </a:r>
            <a:r>
              <a:rPr lang="en-US" b="1" dirty="0" smtClean="0"/>
              <a:t> </a:t>
            </a:r>
            <a:r>
              <a:rPr lang="ru-RU" b="1" dirty="0" smtClean="0"/>
              <a:t>Двумя способами.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700808"/>
            <a:ext cx="4048125" cy="2457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98" y="4581128"/>
            <a:ext cx="3036090" cy="1331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809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b="1" dirty="0" smtClean="0"/>
              <a:t>Открываем </a:t>
            </a:r>
            <a:r>
              <a:rPr lang="en-US" b="1" dirty="0" err="1" smtClean="0"/>
              <a:t>NetBeans</a:t>
            </a:r>
            <a:r>
              <a:rPr lang="en-US" b="1" dirty="0" smtClean="0"/>
              <a:t>.</a:t>
            </a:r>
            <a:r>
              <a:rPr lang="ru-RU" b="1" dirty="0" smtClean="0"/>
              <a:t> Создаём в нем проект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5331668" cy="4778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06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Создание формы.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6035774" cy="46197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43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Создание элементов формы.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3"/>
            <a:ext cx="3028159" cy="2592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196752"/>
            <a:ext cx="3255977" cy="25922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32" y="3861776"/>
            <a:ext cx="3698483" cy="28360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446" y="3861776"/>
            <a:ext cx="3698483" cy="28497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932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Создание мини-калькулятора.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ru-RU" sz="2800" dirty="0" smtClean="0"/>
              <a:t>Сложение       Вычитание      Умножение      Деление</a:t>
            </a:r>
            <a:endParaRPr lang="ru-RU" sz="2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2028825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628799"/>
            <a:ext cx="1946866" cy="243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609750"/>
            <a:ext cx="1943100" cy="2457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572021"/>
            <a:ext cx="1903973" cy="2479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506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b="1" dirty="0" smtClean="0"/>
              <a:t>Установка символов табуляции в качестве отступов.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 smtClean="0"/>
              <a:t>Запускаем </a:t>
            </a:r>
            <a:r>
              <a:rPr lang="en-US" sz="2800" dirty="0" smtClean="0"/>
              <a:t>Eclipse</a:t>
            </a:r>
            <a:r>
              <a:rPr lang="ru-RU" sz="2800" dirty="0" smtClean="0"/>
              <a:t>,  после в меню </a:t>
            </a:r>
            <a:r>
              <a:rPr lang="en-US" sz="2800" dirty="0" smtClean="0"/>
              <a:t>Window</a:t>
            </a:r>
            <a:r>
              <a:rPr lang="ru-RU" sz="2800" dirty="0" smtClean="0"/>
              <a:t> переходим на </a:t>
            </a:r>
            <a:r>
              <a:rPr lang="en-US" sz="2800" dirty="0" smtClean="0"/>
              <a:t>Preference.</a:t>
            </a:r>
            <a:r>
              <a:rPr lang="ru-RU" sz="2800" dirty="0" smtClean="0"/>
              <a:t> Далее в диалоговом окне открываем </a:t>
            </a:r>
            <a:r>
              <a:rPr lang="en-US" sz="2800" dirty="0" smtClean="0"/>
              <a:t>Java -&gt; Code Style -&gt; Formatter</a:t>
            </a:r>
            <a:r>
              <a:rPr lang="ru-RU" sz="2800" dirty="0" smtClean="0"/>
              <a:t>. В качестве </a:t>
            </a:r>
            <a:r>
              <a:rPr lang="en-US" sz="2800" dirty="0"/>
              <a:t>A</a:t>
            </a:r>
            <a:r>
              <a:rPr lang="en-US" sz="2800" dirty="0" smtClean="0"/>
              <a:t>ctive profile -&gt; Java Conventions[built-in]. </a:t>
            </a:r>
            <a:r>
              <a:rPr lang="ru-RU" sz="2800" dirty="0" smtClean="0"/>
              <a:t> Откроется диалоговое окно.</a:t>
            </a:r>
            <a:endParaRPr lang="ru-RU" sz="2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300" y="3501008"/>
            <a:ext cx="5773481" cy="3074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54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b="1" dirty="0" smtClean="0"/>
              <a:t>Установка символов табуляции в качестве отступов.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нем открываем вкладку </a:t>
            </a:r>
            <a:r>
              <a:rPr lang="en-US" dirty="0" smtClean="0"/>
              <a:t>Indentation </a:t>
            </a:r>
            <a:r>
              <a:rPr lang="ru-RU" dirty="0" smtClean="0"/>
              <a:t>выбираем </a:t>
            </a:r>
            <a:r>
              <a:rPr lang="en-US" dirty="0" smtClean="0"/>
              <a:t>Tabs only.</a:t>
            </a:r>
            <a:r>
              <a:rPr lang="ru-RU" dirty="0" smtClean="0"/>
              <a:t> Закрываем диалоговое окно.</a:t>
            </a:r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650" y="3769016"/>
            <a:ext cx="5534025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408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b="1" dirty="0" smtClean="0"/>
              <a:t>	Переименование элементов проекта.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Переименование класса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Переименование переменной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440" y="2104170"/>
            <a:ext cx="5040560" cy="23366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725144"/>
            <a:ext cx="2070695" cy="15956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5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Создание нового пакета.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Заходим в </a:t>
            </a:r>
            <a:r>
              <a:rPr lang="en-US" dirty="0" smtClean="0"/>
              <a:t>New-&gt; Package </a:t>
            </a:r>
            <a:r>
              <a:rPr lang="ru-RU" dirty="0" smtClean="0"/>
              <a:t>в появившемся окно даем имя.</a:t>
            </a:r>
            <a:endParaRPr lang="ru-R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25" y="2708920"/>
            <a:ext cx="4928363" cy="35458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957840"/>
            <a:ext cx="2304256" cy="18434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948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b="1" dirty="0" smtClean="0"/>
              <a:t>Перемещение класса из одного пакета в другой.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Выделяем класс нажимаем правой кнопкой мыши </a:t>
            </a:r>
            <a:r>
              <a:rPr lang="en-US" dirty="0" smtClean="0"/>
              <a:t>Refractor -.&gt; Move </a:t>
            </a:r>
            <a:r>
              <a:rPr lang="ru-RU" dirty="0" smtClean="0"/>
              <a:t>и выбираем другой пакет.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996952"/>
            <a:ext cx="3240360" cy="25743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02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Экспорт проекта в архив </a:t>
            </a:r>
            <a:r>
              <a:rPr lang="en-US" b="1" dirty="0" smtClean="0"/>
              <a:t>zip.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 smtClean="0"/>
              <a:t>Выбираем </a:t>
            </a:r>
            <a:r>
              <a:rPr lang="en-US" sz="2800" dirty="0" smtClean="0"/>
              <a:t>Export </a:t>
            </a:r>
            <a:r>
              <a:rPr lang="ru-RU" sz="2800" dirty="0" smtClean="0"/>
              <a:t>после выбираем </a:t>
            </a:r>
            <a:r>
              <a:rPr lang="en-US" sz="2800" dirty="0" smtClean="0"/>
              <a:t>General -&gt;Active File</a:t>
            </a:r>
            <a:r>
              <a:rPr lang="ru-RU" sz="2800" dirty="0" smtClean="0"/>
              <a:t>, выбираем путь и название архива.</a:t>
            </a:r>
            <a:endParaRPr lang="ru-RU" sz="28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98" y="2708920"/>
            <a:ext cx="3942102" cy="35175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/>
        </p:blipFill>
        <p:spPr bwMode="auto">
          <a:xfrm>
            <a:off x="4932040" y="3090736"/>
            <a:ext cx="3744416" cy="15570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57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Удаление проекта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контекстном меню выбираем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en-US" dirty="0" smtClean="0"/>
              <a:t>Delete.</a:t>
            </a:r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6" r="63653"/>
          <a:stretch/>
        </p:blipFill>
        <p:spPr bwMode="auto">
          <a:xfrm>
            <a:off x="6130353" y="1628800"/>
            <a:ext cx="2550056" cy="46607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374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Импорт проекта из архива </a:t>
            </a:r>
            <a:r>
              <a:rPr lang="en-US" b="1" dirty="0" smtClean="0"/>
              <a:t>zip.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5770984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 контекстном меню выбираем </a:t>
            </a:r>
          </a:p>
          <a:p>
            <a:pPr marL="0" indent="0">
              <a:buNone/>
            </a:pPr>
            <a:r>
              <a:rPr lang="en-US" dirty="0" smtClean="0"/>
              <a:t>Import</a:t>
            </a:r>
            <a:r>
              <a:rPr lang="ru-RU" dirty="0" smtClean="0"/>
              <a:t> и указываем</a:t>
            </a:r>
          </a:p>
          <a:p>
            <a:pPr marL="0" indent="0">
              <a:buNone/>
            </a:pPr>
            <a:r>
              <a:rPr lang="ru-RU" dirty="0" smtClean="0"/>
              <a:t> путь до нашего архива.</a:t>
            </a: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7" y="2276872"/>
            <a:ext cx="4141404" cy="43555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989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Этап 6. Создание овала.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546848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Сначала пишем код для окна потом прописываем овал.</a:t>
            </a:r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628800"/>
            <a:ext cx="3672408" cy="2448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9" y="4081142"/>
            <a:ext cx="3672408" cy="25830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378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Работа с изображением.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48500"/>
            <a:ext cx="8008267" cy="5380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085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b="1" dirty="0" smtClean="0"/>
              <a:t>Анимация.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19" y="1181100"/>
            <a:ext cx="8543925" cy="567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961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231</Words>
  <Application>Microsoft Office PowerPoint</Application>
  <PresentationFormat>Экран (4:3)</PresentationFormat>
  <Paragraphs>43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Лабораторная работа Java</vt:lpstr>
      <vt:lpstr>Запускаем Eclipse. Вывод надписи в консоль</vt:lpstr>
      <vt:lpstr>Вывод слов в столбец.</vt:lpstr>
      <vt:lpstr>Вывод возраста в одной строке. Двумя способами.</vt:lpstr>
      <vt:lpstr>Открываем NetBeans. Создаём в нем проект</vt:lpstr>
      <vt:lpstr>Создание формы.</vt:lpstr>
      <vt:lpstr>Создание элементов формы.</vt:lpstr>
      <vt:lpstr>Создание мини-калькулятора.</vt:lpstr>
      <vt:lpstr>Установка символов табуляции в качестве отступов.</vt:lpstr>
      <vt:lpstr>Установка символов табуляции в качестве отступов.</vt:lpstr>
      <vt:lpstr> Переименование элементов проекта.</vt:lpstr>
      <vt:lpstr>Создание нового пакета.</vt:lpstr>
      <vt:lpstr>Перемещение класса из одного пакета в другой.</vt:lpstr>
      <vt:lpstr>Экспорт проекта в архив zip.</vt:lpstr>
      <vt:lpstr>Удаление проекта.</vt:lpstr>
      <vt:lpstr>Импорт проекта из архива zip.</vt:lpstr>
      <vt:lpstr>Этап 6. Создание овала.</vt:lpstr>
      <vt:lpstr>Работа с изображением.</vt:lpstr>
      <vt:lpstr>Анимация.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Java</dc:title>
  <dc:creator>RBT</dc:creator>
  <cp:lastModifiedBy>RBT</cp:lastModifiedBy>
  <cp:revision>20</cp:revision>
  <dcterms:created xsi:type="dcterms:W3CDTF">2026-05-14T12:20:09Z</dcterms:created>
  <dcterms:modified xsi:type="dcterms:W3CDTF">2026-05-14T18:57:09Z</dcterms:modified>
</cp:coreProperties>
</file>